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268" autoAdjust="0"/>
    <p:restoredTop sz="94660"/>
  </p:normalViewPr>
  <p:slideViewPr>
    <p:cSldViewPr snapToGrid="0">
      <p:cViewPr>
        <p:scale>
          <a:sx n="75" d="100"/>
          <a:sy n="75" d="100"/>
        </p:scale>
        <p:origin x="9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A815-A359-961B-959D-95B7D0C91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2677E-D735-C335-198A-B38D93D2F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82089-0ED3-2E77-571A-03F26826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04D80-2BDD-EB73-C47D-CFBD2E4B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7A84C-209C-D9AF-88ED-1315E793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28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01A87-767A-3DA0-0602-56B5EAC9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E9748-4601-711F-FC5D-7AF022ABE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DCEEF-B966-231F-36EC-EE449557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989B5-2E82-778B-1DB6-1A4E0F38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F699F-1BD9-D10E-863F-99B72239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9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0D56-1F1B-39E6-4845-1B764DC15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89F7B-17E0-4FC0-B735-632A68CF0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2F61A-D6C8-02A7-B56A-AFDC4A0D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F60D1-11A6-35A0-5385-9516C28A0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088AE-773C-8BF4-5F8A-C2CDADA4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92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5F6C2-EE04-8F9B-354A-6186F486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B5AF0-A790-6C63-3933-107C18BFB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EC447-A49F-0BF2-0243-C2430E07C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4F05E-22C5-732D-396D-50DD951C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10EDE-5323-49D8-E02C-3AED4EE4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E1B86-19FC-8F65-1626-4C3458AA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5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698E-0F5D-1111-D874-AB37A39B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1C280-35A7-46A0-3EC9-007B76507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49954-C020-4DEA-9139-A9E38C14C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BDA6A8-5EC9-3940-0797-A0A269B31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7E6D0-690E-84A3-E7E5-72442244D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264F2-220C-AAC4-5EA1-BEE97614A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76B6ED-BAE9-6FCA-CB7E-DE372752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1F3B5-2F41-8AAF-2C46-915F2AD3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35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E79E-E7F3-DB0E-C9AB-B0BE1701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D2CBA-3932-7DCF-D232-02E6B8C8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2698D-12F9-931B-AB0B-9997361A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9505B-FFD2-E24A-FE0C-4232947D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4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3FC50-534D-EA78-40BF-7B18460BA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EECF59-BA72-C191-FDB5-53A1A219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0FD9D-C10E-4ABC-2965-CBA5FE1B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3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00D9-B6BC-E5F7-E778-91198C97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BD32E-12FF-ADB8-D874-DF5156AE6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CABA5-5824-97CE-E78A-22A22E8B8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D4DA6-B6B4-AA64-F17D-84D8420B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1F8E6-C58E-AF60-2BA9-C18680D1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C4DC0-F308-CA81-33B8-65D2C95A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56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B4767-B75D-56BD-43B6-A8DF0E67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E2A11-8538-9D62-6B09-1E859762F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442A7-0D34-1596-EC51-494DBBD55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FAB44-F6AB-D695-5ACC-CF9BE6E7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7370F-EF57-4F8A-5A9A-43F1577E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78282-5D39-425A-5A06-9EC36866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1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9D649-5D9A-2EC6-9CF9-529CBE44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65DBC-9698-682E-B9FA-ED7F0AAC0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CE789-95D6-1661-884E-9AE51D7C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0A98E-7587-F122-F9F8-75A6FB4F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1B614-5963-1F24-EB4D-EAE9B690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D0044-FE49-B8C4-0C81-4740DE0B8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9645B-2EDD-E2F2-740D-7332F4DF8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EE92A-99AC-6049-BCF0-71452688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8B08B-673E-5A92-7C46-FE52FD6FA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9119F-58BE-9A3F-88BB-FA4D26A9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4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AD0A97-CC72-726C-B7FA-B7B19F5AA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C87FF-4210-07A0-84F2-568E352F9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DAEA-E87B-8D48-3F47-59A15EFD8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38F49-A191-4628-84EB-E2924FCE0CD2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605C8-B4F3-AA6F-7EF6-87EF4D792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67F4F-C96E-8FF0-3A9B-6B8E4A31E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B65D8-7D12-4B82-AB6C-8D472197F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62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2ED2F11-B498-95D7-297D-0E49A9B3134D}"/>
              </a:ext>
            </a:extLst>
          </p:cNvPr>
          <p:cNvSpPr/>
          <p:nvPr/>
        </p:nvSpPr>
        <p:spPr>
          <a:xfrm>
            <a:off x="4393447" y="1088358"/>
            <a:ext cx="3007087" cy="101872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02AAAA8-776D-1966-2111-C3F9261D9511}"/>
              </a:ext>
            </a:extLst>
          </p:cNvPr>
          <p:cNvSpPr/>
          <p:nvPr/>
        </p:nvSpPr>
        <p:spPr>
          <a:xfrm>
            <a:off x="3802474" y="2851533"/>
            <a:ext cx="4236875" cy="2082545"/>
          </a:xfrm>
          <a:prstGeom prst="roundRect">
            <a:avLst/>
          </a:prstGeom>
          <a:solidFill>
            <a:schemeClr val="accent2">
              <a:lumMod val="40000"/>
              <a:lumOff val="6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6C268F-1E8E-FCDB-C385-FA007158E0EE}"/>
              </a:ext>
            </a:extLst>
          </p:cNvPr>
          <p:cNvSpPr/>
          <p:nvPr/>
        </p:nvSpPr>
        <p:spPr>
          <a:xfrm>
            <a:off x="171833" y="2193946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Flow Start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4097DE-F448-9A25-EE4F-71CBC2F80BF2}"/>
              </a:ext>
            </a:extLst>
          </p:cNvPr>
          <p:cNvSpPr/>
          <p:nvPr/>
        </p:nvSpPr>
        <p:spPr>
          <a:xfrm>
            <a:off x="1522616" y="2193945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Inlet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49C71AF-90E6-32B0-2C8D-B8FBD1FDC27C}"/>
              </a:ext>
            </a:extLst>
          </p:cNvPr>
          <p:cNvSpPr/>
          <p:nvPr/>
        </p:nvSpPr>
        <p:spPr>
          <a:xfrm>
            <a:off x="2808515" y="2193944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Splitter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5E95B19-B5BF-C6D8-399A-41EF23E3DD32}"/>
              </a:ext>
            </a:extLst>
          </p:cNvPr>
          <p:cNvSpPr/>
          <p:nvPr/>
        </p:nvSpPr>
        <p:spPr>
          <a:xfrm>
            <a:off x="3949981" y="3019116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LPC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8216C1F-F87B-C82A-52BD-01895C264EAD}"/>
              </a:ext>
            </a:extLst>
          </p:cNvPr>
          <p:cNvSpPr/>
          <p:nvPr/>
        </p:nvSpPr>
        <p:spPr>
          <a:xfrm>
            <a:off x="4556514" y="1312357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Fan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9123AAE-1E21-4E1A-D4D3-38E59BF74C74}"/>
              </a:ext>
            </a:extLst>
          </p:cNvPr>
          <p:cNvSpPr/>
          <p:nvPr/>
        </p:nvSpPr>
        <p:spPr>
          <a:xfrm>
            <a:off x="5306018" y="3019116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HPC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4C1A0A6-8FDA-C8BF-BFE5-13A7BD224295}"/>
              </a:ext>
            </a:extLst>
          </p:cNvPr>
          <p:cNvSpPr/>
          <p:nvPr/>
        </p:nvSpPr>
        <p:spPr>
          <a:xfrm>
            <a:off x="6662055" y="3019116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Diffuser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08C2A5-7085-AFBF-44E5-545AE0FFF03B}"/>
              </a:ext>
            </a:extLst>
          </p:cNvPr>
          <p:cNvSpPr/>
          <p:nvPr/>
        </p:nvSpPr>
        <p:spPr>
          <a:xfrm>
            <a:off x="6662055" y="4175683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LPT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A59AF88-9A0D-8E7E-8896-648D7EB8BFB8}"/>
              </a:ext>
            </a:extLst>
          </p:cNvPr>
          <p:cNvSpPr/>
          <p:nvPr/>
        </p:nvSpPr>
        <p:spPr>
          <a:xfrm>
            <a:off x="10353060" y="2193943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Afterburner</a:t>
            </a:r>
            <a:endParaRPr lang="en-US" sz="1600" b="1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60AEBF6-C92A-BE6A-BB8D-F97CBA163ECA}"/>
              </a:ext>
            </a:extLst>
          </p:cNvPr>
          <p:cNvSpPr/>
          <p:nvPr/>
        </p:nvSpPr>
        <p:spPr>
          <a:xfrm>
            <a:off x="6096000" y="1312356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Duct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071C06-71F6-5329-9C60-4D5ADD560CB7}"/>
              </a:ext>
            </a:extLst>
          </p:cNvPr>
          <p:cNvSpPr/>
          <p:nvPr/>
        </p:nvSpPr>
        <p:spPr>
          <a:xfrm>
            <a:off x="5306018" y="4175684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HPT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F4F81FB-EC00-F756-8DA9-141DBB816E44}"/>
              </a:ext>
            </a:extLst>
          </p:cNvPr>
          <p:cNvSpPr/>
          <p:nvPr/>
        </p:nvSpPr>
        <p:spPr>
          <a:xfrm>
            <a:off x="3949981" y="4175684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Burner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3F2BD92-2413-E5AA-F168-F4A1A55E1942}"/>
              </a:ext>
            </a:extLst>
          </p:cNvPr>
          <p:cNvSpPr/>
          <p:nvPr/>
        </p:nvSpPr>
        <p:spPr>
          <a:xfrm>
            <a:off x="7803521" y="2195161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Mixer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1460D9F-D893-08A1-F476-CBB577B014B5}"/>
              </a:ext>
            </a:extLst>
          </p:cNvPr>
          <p:cNvSpPr/>
          <p:nvPr/>
        </p:nvSpPr>
        <p:spPr>
          <a:xfrm>
            <a:off x="9089420" y="2200909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Diffuser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E3CF201-9716-0864-38A6-C7DCEFD68BC0}"/>
              </a:ext>
            </a:extLst>
          </p:cNvPr>
          <p:cNvSpPr/>
          <p:nvPr/>
        </p:nvSpPr>
        <p:spPr>
          <a:xfrm>
            <a:off x="10353060" y="4641719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Flow End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4797942-E6AE-CF1F-2FC6-AA27F5AE9D41}"/>
              </a:ext>
            </a:extLst>
          </p:cNvPr>
          <p:cNvSpPr/>
          <p:nvPr/>
        </p:nvSpPr>
        <p:spPr>
          <a:xfrm>
            <a:off x="10353060" y="3019115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Duct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F05614B-D06D-9B94-B9B8-23C1A11A2096}"/>
              </a:ext>
            </a:extLst>
          </p:cNvPr>
          <p:cNvSpPr/>
          <p:nvPr/>
        </p:nvSpPr>
        <p:spPr>
          <a:xfrm>
            <a:off x="10353060" y="3844286"/>
            <a:ext cx="1141466" cy="57073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Nozzle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0C3C6CD-E226-FE76-A759-316E303E3977}"/>
              </a:ext>
            </a:extLst>
          </p:cNvPr>
          <p:cNvSpPr/>
          <p:nvPr/>
        </p:nvSpPr>
        <p:spPr>
          <a:xfrm>
            <a:off x="10353060" y="1269860"/>
            <a:ext cx="1141466" cy="570733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3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Fuel Start A/B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50C763-A1EF-3AC5-56C9-942A89E16DE4}"/>
              </a:ext>
            </a:extLst>
          </p:cNvPr>
          <p:cNvSpPr/>
          <p:nvPr/>
        </p:nvSpPr>
        <p:spPr>
          <a:xfrm>
            <a:off x="3949981" y="5034709"/>
            <a:ext cx="1141466" cy="570733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3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Fuel Start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67174FA-6E2A-EF42-A5FD-4EB692D22CAF}"/>
              </a:ext>
            </a:extLst>
          </p:cNvPr>
          <p:cNvCxnSpPr>
            <a:stCxn id="17" idx="0"/>
            <a:endCxn id="19" idx="1"/>
          </p:cNvCxnSpPr>
          <p:nvPr/>
        </p:nvCxnSpPr>
        <p:spPr>
          <a:xfrm rot="5400000" flipH="1" flipV="1">
            <a:off x="3669771" y="1307201"/>
            <a:ext cx="596220" cy="11772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58EEE3E-82B8-2CD4-EE66-CBF04F48BE13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1313299" y="2479312"/>
            <a:ext cx="20931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B76D34-748E-C42C-CA57-43D48FAB4BB7}"/>
              </a:ext>
            </a:extLst>
          </p:cNvPr>
          <p:cNvCxnSpPr>
            <a:stCxn id="8" idx="3"/>
            <a:endCxn id="17" idx="1"/>
          </p:cNvCxnSpPr>
          <p:nvPr/>
        </p:nvCxnSpPr>
        <p:spPr>
          <a:xfrm flipV="1">
            <a:off x="2664082" y="2479311"/>
            <a:ext cx="14443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2FC62DC-F54C-8026-B526-A84AF806F055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5091447" y="3304483"/>
            <a:ext cx="2145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1DB3ECF-F471-DFA0-8CF5-478BE0999B8B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6447484" y="3304483"/>
            <a:ext cx="2145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99C63CA0-D62F-A8B0-16FF-F25CC5395240}"/>
              </a:ext>
            </a:extLst>
          </p:cNvPr>
          <p:cNvCxnSpPr>
            <a:stCxn id="21" idx="2"/>
            <a:endCxn id="26" idx="0"/>
          </p:cNvCxnSpPr>
          <p:nvPr/>
        </p:nvCxnSpPr>
        <p:spPr>
          <a:xfrm rot="5400000">
            <a:off x="5583834" y="2526729"/>
            <a:ext cx="585835" cy="271207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E1BEB8C-72AF-6E5F-ADC6-EA2E23F29491}"/>
              </a:ext>
            </a:extLst>
          </p:cNvPr>
          <p:cNvCxnSpPr>
            <a:stCxn id="26" idx="3"/>
            <a:endCxn id="25" idx="1"/>
          </p:cNvCxnSpPr>
          <p:nvPr/>
        </p:nvCxnSpPr>
        <p:spPr>
          <a:xfrm>
            <a:off x="5091447" y="4461051"/>
            <a:ext cx="2145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2A34277-D588-65AF-ABCA-CC5D51F2F62D}"/>
              </a:ext>
            </a:extLst>
          </p:cNvPr>
          <p:cNvCxnSpPr>
            <a:stCxn id="25" idx="3"/>
            <a:endCxn id="22" idx="1"/>
          </p:cNvCxnSpPr>
          <p:nvPr/>
        </p:nvCxnSpPr>
        <p:spPr>
          <a:xfrm flipV="1">
            <a:off x="6447484" y="4461050"/>
            <a:ext cx="21457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A9989B96-AFA8-9F2F-91BC-645AF49EB991}"/>
              </a:ext>
            </a:extLst>
          </p:cNvPr>
          <p:cNvCxnSpPr>
            <a:stCxn id="22" idx="3"/>
            <a:endCxn id="27" idx="2"/>
          </p:cNvCxnSpPr>
          <p:nvPr/>
        </p:nvCxnSpPr>
        <p:spPr>
          <a:xfrm flipV="1">
            <a:off x="7803521" y="2765894"/>
            <a:ext cx="570733" cy="169515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3C56B67-BD71-E7AA-C593-CD0E385D1A6B}"/>
              </a:ext>
            </a:extLst>
          </p:cNvPr>
          <p:cNvCxnSpPr>
            <a:stCxn id="19" idx="3"/>
            <a:endCxn id="24" idx="1"/>
          </p:cNvCxnSpPr>
          <p:nvPr/>
        </p:nvCxnSpPr>
        <p:spPr>
          <a:xfrm flipV="1">
            <a:off x="5697980" y="1597723"/>
            <a:ext cx="39802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8635C29-C734-5B8F-4663-792B9D3BF4C6}"/>
              </a:ext>
            </a:extLst>
          </p:cNvPr>
          <p:cNvCxnSpPr>
            <a:stCxn id="24" idx="3"/>
            <a:endCxn id="27" idx="0"/>
          </p:cNvCxnSpPr>
          <p:nvPr/>
        </p:nvCxnSpPr>
        <p:spPr>
          <a:xfrm>
            <a:off x="7237466" y="1597723"/>
            <a:ext cx="1136788" cy="59743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D84B487-5F5B-0A33-F4B7-65F81D5A2FDB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8944987" y="2480528"/>
            <a:ext cx="144433" cy="57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C3F45EE-13D7-5837-AC52-16225757F833}"/>
              </a:ext>
            </a:extLst>
          </p:cNvPr>
          <p:cNvCxnSpPr>
            <a:stCxn id="28" idx="3"/>
            <a:endCxn id="23" idx="1"/>
          </p:cNvCxnSpPr>
          <p:nvPr/>
        </p:nvCxnSpPr>
        <p:spPr>
          <a:xfrm flipV="1">
            <a:off x="10230886" y="2479310"/>
            <a:ext cx="122174" cy="69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99B55C3-EE2E-4520-194B-493296ACB952}"/>
              </a:ext>
            </a:extLst>
          </p:cNvPr>
          <p:cNvCxnSpPr>
            <a:stCxn id="23" idx="2"/>
            <a:endCxn id="30" idx="0"/>
          </p:cNvCxnSpPr>
          <p:nvPr/>
        </p:nvCxnSpPr>
        <p:spPr>
          <a:xfrm>
            <a:off x="10923793" y="2764676"/>
            <a:ext cx="0" cy="2544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AAFC3F9-4FDB-5298-AAD3-B9B87268D33A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10923793" y="3589848"/>
            <a:ext cx="0" cy="2544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978A28C-4E55-794D-5821-2E9ED071B6C3}"/>
              </a:ext>
            </a:extLst>
          </p:cNvPr>
          <p:cNvCxnSpPr>
            <a:stCxn id="31" idx="2"/>
            <a:endCxn id="29" idx="0"/>
          </p:cNvCxnSpPr>
          <p:nvPr/>
        </p:nvCxnSpPr>
        <p:spPr>
          <a:xfrm>
            <a:off x="10923793" y="4415019"/>
            <a:ext cx="0" cy="2267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F0566A77-3BE0-66ED-7C6F-1B7C27678F14}"/>
              </a:ext>
            </a:extLst>
          </p:cNvPr>
          <p:cNvSpPr txBox="1"/>
          <p:nvPr/>
        </p:nvSpPr>
        <p:spPr>
          <a:xfrm>
            <a:off x="6096000" y="4985925"/>
            <a:ext cx="165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Engine Core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93D4B4-57B9-9F76-400E-6EEC08D40AA0}"/>
              </a:ext>
            </a:extLst>
          </p:cNvPr>
          <p:cNvSpPr txBox="1"/>
          <p:nvPr/>
        </p:nvSpPr>
        <p:spPr>
          <a:xfrm>
            <a:off x="5440230" y="650107"/>
            <a:ext cx="165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Bypass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AFDB67A-71D1-36DC-6F01-F12E3EF2FCB8}"/>
              </a:ext>
            </a:extLst>
          </p:cNvPr>
          <p:cNvCxnSpPr>
            <a:stCxn id="33" idx="0"/>
          </p:cNvCxnSpPr>
          <p:nvPr/>
        </p:nvCxnSpPr>
        <p:spPr>
          <a:xfrm flipV="1">
            <a:off x="4520714" y="4746416"/>
            <a:ext cx="0" cy="288293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63211CB-94A1-7A8A-37AE-3082846DFE2F}"/>
              </a:ext>
            </a:extLst>
          </p:cNvPr>
          <p:cNvCxnSpPr>
            <a:stCxn id="32" idx="2"/>
            <a:endCxn id="23" idx="0"/>
          </p:cNvCxnSpPr>
          <p:nvPr/>
        </p:nvCxnSpPr>
        <p:spPr>
          <a:xfrm>
            <a:off x="10923793" y="1840593"/>
            <a:ext cx="0" cy="35335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3830789C-2A9F-E2EC-CCF5-6989F7DC47F4}"/>
              </a:ext>
            </a:extLst>
          </p:cNvPr>
          <p:cNvCxnSpPr>
            <a:cxnSpLocks/>
            <a:stCxn id="17" idx="2"/>
            <a:endCxn id="18" idx="1"/>
          </p:cNvCxnSpPr>
          <p:nvPr/>
        </p:nvCxnSpPr>
        <p:spPr>
          <a:xfrm rot="16200000" flipH="1">
            <a:off x="3394711" y="2749213"/>
            <a:ext cx="539806" cy="57073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866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 Reynolds</dc:creator>
  <cp:lastModifiedBy>Owen Reynolds</cp:lastModifiedBy>
  <cp:revision>1</cp:revision>
  <dcterms:created xsi:type="dcterms:W3CDTF">2026-03-03T23:29:31Z</dcterms:created>
  <dcterms:modified xsi:type="dcterms:W3CDTF">2026-03-03T23:54:12Z</dcterms:modified>
</cp:coreProperties>
</file>